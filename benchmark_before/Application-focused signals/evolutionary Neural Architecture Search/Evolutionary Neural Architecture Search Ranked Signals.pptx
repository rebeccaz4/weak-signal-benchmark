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45febdf5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45febdf5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45febdf5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45febdf5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45febdf5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45febdf5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45febdf5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45febdf5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45febdf5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45febdf5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45febdf5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45febdf5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45febdf5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45febdf5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45febdf5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45febdf5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45febdf5b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45febdf5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45febdf5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45febdf5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45febdf5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45febdf5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45febdf5b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45febdf5b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Evolutionary Neural Architecture Search Ranked Signals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2023-2024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838" y="0"/>
            <a:ext cx="79343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788" y="0"/>
            <a:ext cx="79724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2022-2024</a:t>
            </a:r>
            <a:endParaRPr/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013" y="0"/>
            <a:ext cx="81819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725" y="0"/>
            <a:ext cx="82105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2021-2024</a:t>
            </a:r>
            <a:endParaRPr/>
          </a:p>
        </p:txBody>
      </p:sp>
      <p:sp>
        <p:nvSpPr>
          <p:cNvPr id="101" name="Google Shape;101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038" y="0"/>
            <a:ext cx="77819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50" y="0"/>
            <a:ext cx="7810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2020-2024</a:t>
            </a:r>
            <a:endParaRPr/>
          </a:p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038" y="0"/>
            <a:ext cx="77819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50" y="0"/>
            <a:ext cx="7810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