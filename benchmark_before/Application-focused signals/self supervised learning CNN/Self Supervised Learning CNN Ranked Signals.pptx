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77d75a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77d75a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77d75a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77d75a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77d75a5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77d75a5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77d75a5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77d75a5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77d75a5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77d75a5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77d75a5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77d75a5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77d75a5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77d75a5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77d75a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77d75a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77d75a5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77d75a5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77d75a5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77d75a5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77d75a5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77d75a5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77d75a5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77d75a5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Supervised Learning CNN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0"/>
            <a:ext cx="7753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" y="0"/>
            <a:ext cx="7972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3" y="0"/>
            <a:ext cx="79914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" y="0"/>
            <a:ext cx="7972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3" y="0"/>
            <a:ext cx="79914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