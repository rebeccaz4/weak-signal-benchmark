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226a3e0c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226a3e0c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226a3e0c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226a3e0c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226a3e0c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9226a3e0c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Masked Face Recognition Ranked Signals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2023-2024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