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2e577d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2e577d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22e577d4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22e577d4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22e577d4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22e577d4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22e577d4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22e577d4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22e577d4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22e577d4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22e577d4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22e577d4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22e577d4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22e577d4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22e577d4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22e577d4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22e577d4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22e577d4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22e577d4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22e577d4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22e577d4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22e577d4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22e577d4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22e577d4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Tiny Machine Learning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2021-2024</a:t>
            </a:r>
            <a:endParaRPr/>
          </a:p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