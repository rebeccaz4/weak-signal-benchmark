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77e36f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77e36f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77e36fa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77e36f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77e36fa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77e36fa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77e36fa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77e36fa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77e36fa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77e36fa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77e36fa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477e36fa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Multimodal Hate Speech Detection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38" y="0"/>
            <a:ext cx="77819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0"/>
            <a:ext cx="7810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38" y="0"/>
            <a:ext cx="77819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0"/>
            <a:ext cx="7810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