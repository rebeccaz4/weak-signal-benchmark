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E914708-6C8D-4CAB-99A1-01AE8351989C}">
  <a:tblStyle styleId="{6E914708-6C8D-4CAB-99A1-01AE8351989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60" d="100"/>
          <a:sy n="160" d="100"/>
        </p:scale>
        <p:origin x="78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0de3fcd60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0de3fcd60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0de3fcd60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0de3fcd60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0de3fcd60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b0de3fcd60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0de3fcd60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0de3fcd60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0de3fcd60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0de3fcd60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0de3fcd60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0de3fcd60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0de3fcd60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b0de3fcd60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0de3fcd60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b0de3fcd60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0de3fcd60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b0de3fcd60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0de3fcd60_1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b0de3fcd60_1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0de3fcd60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b0de3fcd60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0de3fcd60_1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b0de3fcd60_1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Large Language Models Ranked Signals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2023-2024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88" y="0"/>
            <a:ext cx="7743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88" y="0"/>
            <a:ext cx="7743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2022-2024</a:t>
            </a:r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888" y="0"/>
            <a:ext cx="78962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" y="0"/>
            <a:ext cx="79248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2021-2024</a:t>
            </a:r>
            <a:endParaRPr/>
          </a:p>
        </p:txBody>
      </p:sp>
      <p:sp>
        <p:nvSpPr>
          <p:cNvPr id="101" name="Google Shape;101;p2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2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8" name="Google Shape;1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888" y="0"/>
            <a:ext cx="78962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2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5" name="Google Shape;1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" y="0"/>
            <a:ext cx="79248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2020-2024</a:t>
            </a:r>
            <a:endParaRPr/>
          </a:p>
        </p:txBody>
      </p:sp>
      <p:sp>
        <p:nvSpPr>
          <p:cNvPr id="121" name="Google Shape;121;p2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2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8" name="Google Shape;12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88" y="0"/>
            <a:ext cx="7743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2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5" name="Google Shape;13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088" y="0"/>
            <a:ext cx="77438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Macintosh PowerPoint</Application>
  <PresentationFormat>On-screen Show (16:9)</PresentationFormat>
  <Paragraphs>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Simple Light</vt:lpstr>
      <vt:lpstr>Large Language Models Ranked Signals</vt:lpstr>
      <vt:lpstr>2023-2024</vt:lpstr>
      <vt:lpstr>PowerPoint Presentation</vt:lpstr>
      <vt:lpstr>PowerPoint Presentation</vt:lpstr>
      <vt:lpstr>2022-2024</vt:lpstr>
      <vt:lpstr>PowerPoint Presentation</vt:lpstr>
      <vt:lpstr>PowerPoint Presentation</vt:lpstr>
      <vt:lpstr>2021-2024</vt:lpstr>
      <vt:lpstr>PowerPoint Presentation</vt:lpstr>
      <vt:lpstr>PowerPoint Presentation</vt:lpstr>
      <vt:lpstr>2020-2024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Jiang, Owen</cp:lastModifiedBy>
  <cp:revision>1</cp:revision>
  <dcterms:modified xsi:type="dcterms:W3CDTF">2026-01-02T21:06:41Z</dcterms:modified>
</cp:coreProperties>
</file>