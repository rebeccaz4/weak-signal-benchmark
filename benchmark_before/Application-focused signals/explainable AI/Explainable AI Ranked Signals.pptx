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45fcc56a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b45fcc56a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b45fcc56ac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b45fcc56ac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b45fcc56ac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b45fcc56ac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b45fcc56ac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b45fcc56ac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45fcc56ac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45fcc56ac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b45fcc56ac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b45fcc56ac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b45fcc56ac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b45fcc56ac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b45fcc56ac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b45fcc56ac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b45fcc56ac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b45fcc56ac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b45fcc56ac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b45fcc56ac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b45fcc56ac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b45fcc56ac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b45fcc56ac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b45fcc56ac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Explainable AI Ranked Signals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2023-2024</a:t>
            </a:r>
            <a:endParaRPr/>
          </a:p>
        </p:txBody>
      </p:sp>
      <p:sp>
        <p:nvSpPr>
          <p:cNvPr id="61" name="Google Shape;61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0088" y="0"/>
            <a:ext cx="774382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5" name="Google Shape;7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0088" y="0"/>
            <a:ext cx="774382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2022-2024</a:t>
            </a:r>
            <a:endParaRPr/>
          </a:p>
        </p:txBody>
      </p:sp>
      <p:sp>
        <p:nvSpPr>
          <p:cNvPr id="81" name="Google Shape;81;p1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8" name="Google Shape;8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0088" y="0"/>
            <a:ext cx="774382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5" name="Google Shape;9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0088" y="0"/>
            <a:ext cx="774382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2021-2024</a:t>
            </a:r>
            <a:endParaRPr/>
          </a:p>
        </p:txBody>
      </p:sp>
      <p:sp>
        <p:nvSpPr>
          <p:cNvPr id="101" name="Google Shape;101;p2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8" name="Google Shape;10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0088" y="0"/>
            <a:ext cx="774382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2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5" name="Google Shape;11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0088" y="0"/>
            <a:ext cx="774382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2020-2024</a:t>
            </a:r>
            <a:endParaRPr/>
          </a:p>
        </p:txBody>
      </p:sp>
      <p:sp>
        <p:nvSpPr>
          <p:cNvPr id="121" name="Google Shape;121;p2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8" name="Google Shape;12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0088" y="0"/>
            <a:ext cx="774382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2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5" name="Google Shape;13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0088" y="0"/>
            <a:ext cx="774382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