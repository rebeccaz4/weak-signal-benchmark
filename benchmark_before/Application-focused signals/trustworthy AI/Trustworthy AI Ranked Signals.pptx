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e3e12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e3e12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e3e12f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e3e12f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e3e12f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e3e12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e3e12f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e3e12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e3e12f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e3e12f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2e3e12f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2e3e12f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2e3e12f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2e3e12f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2e3e12f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2e3e12f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e3e12f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e3e12f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2e3e12f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2e3e12f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2e3e12f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2e3e12f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2e3e12f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2e3e12f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Trustworthy AI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75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