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22504273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22504273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22504273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22504273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22504273c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922504273c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22504273c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22504273c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22504273c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922504273c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22504273c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922504273c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22504273c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922504273c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22504273c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22504273c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22504273c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922504273c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22504273c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22504273c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22504273c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922504273c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22504273c_1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922504273c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Attention Mechanisms in CNN Ranked Signals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2023-2024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50" y="0"/>
            <a:ext cx="78867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363" y="0"/>
            <a:ext cx="79152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2022-2024</a:t>
            </a:r>
            <a:endParaRPr/>
          </a:p>
        </p:txBody>
      </p:sp>
      <p:sp>
        <p:nvSpPr>
          <p:cNvPr id="81" name="Google Shape;81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925" y="0"/>
            <a:ext cx="805815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00" y="0"/>
            <a:ext cx="80772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2021-2024</a:t>
            </a:r>
            <a:endParaRPr/>
          </a:p>
        </p:txBody>
      </p:sp>
      <p:sp>
        <p:nvSpPr>
          <p:cNvPr id="101" name="Google Shape;101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925" y="0"/>
            <a:ext cx="805815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00" y="0"/>
            <a:ext cx="80772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2020-2024</a:t>
            </a:r>
            <a:endParaRPr/>
          </a:p>
        </p:txBody>
      </p:sp>
      <p:sp>
        <p:nvSpPr>
          <p:cNvPr id="121" name="Google Shape;121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925" y="0"/>
            <a:ext cx="805815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00" y="0"/>
            <a:ext cx="80772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