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225e1680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225e168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225e1680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225e1680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225e1680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225e1680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Federated Deep Learning Ranked Signals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2023-2024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