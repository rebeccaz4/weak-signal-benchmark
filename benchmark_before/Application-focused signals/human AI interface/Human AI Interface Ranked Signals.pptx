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6085570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608557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608557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608557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6085570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6085570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6085570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6085570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6085570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6085570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6085570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608557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6085570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6085570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6085570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6085570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6085570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6085570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6085570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6085570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6085570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6085570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6085570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6085570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AI Interface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0"/>
            <a:ext cx="7991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0"/>
            <a:ext cx="8020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0"/>
            <a:ext cx="7991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0"/>
            <a:ext cx="8020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