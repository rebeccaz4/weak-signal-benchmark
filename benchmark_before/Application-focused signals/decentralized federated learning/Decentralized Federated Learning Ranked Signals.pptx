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55e17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55e17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55e173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55e17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55e173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55e17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255e173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255e173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255e173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255e173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255e173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255e173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255e173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255e173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255e17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255e17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255e173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255e17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Decentralized Federated Learning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175" y="0"/>
            <a:ext cx="78676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0"/>
            <a:ext cx="78867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8" y="0"/>
            <a:ext cx="8543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88" y="0"/>
            <a:ext cx="8582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8" y="0"/>
            <a:ext cx="8543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88" y="0"/>
            <a:ext cx="8582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