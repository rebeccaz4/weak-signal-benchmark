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22ab28a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22ab28a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22ab28ae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22ab28ae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22ab28ae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22ab28ae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22ab28ae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22ab28ae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22ab28ae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22ab28ae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22ab28ae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22ab28ae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22ab28ae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22ab28ae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22ab28ae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22ab28ae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22ab28ae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22ab28ae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22ab28ae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22ab28ae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22ab28ae7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22ab28ae7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22ab28ae7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22ab28ae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Scientific Machine Learning Ranked Signals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2023-2024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125" y="0"/>
            <a:ext cx="79057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838" y="0"/>
            <a:ext cx="79343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2022-2024</a:t>
            </a:r>
            <a:endParaRPr/>
          </a:p>
        </p:txBody>
      </p:sp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788" y="0"/>
            <a:ext cx="79724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738" y="0"/>
            <a:ext cx="80105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2021-2024</a:t>
            </a:r>
            <a:endParaRPr/>
          </a:p>
        </p:txBody>
      </p:sp>
      <p:sp>
        <p:nvSpPr>
          <p:cNvPr id="101" name="Google Shape;10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700" y="0"/>
            <a:ext cx="7848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175" y="0"/>
            <a:ext cx="78676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2020-2024</a:t>
            </a:r>
            <a:endParaRPr/>
          </a:p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125" y="0"/>
            <a:ext cx="79057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838" y="0"/>
            <a:ext cx="79343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