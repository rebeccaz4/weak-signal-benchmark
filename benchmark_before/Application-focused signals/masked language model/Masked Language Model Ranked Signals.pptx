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773c78e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773c78e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773c78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773c78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773c78e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773c78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773c78e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773c78e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773c78e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773c78e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773c78e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773c78e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773c78e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773c78e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773c78e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773c78e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773c78e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773c78e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773c78e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773c78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773c78e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773c78e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773c78e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773c78e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Language Model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63" y="0"/>
            <a:ext cx="7762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