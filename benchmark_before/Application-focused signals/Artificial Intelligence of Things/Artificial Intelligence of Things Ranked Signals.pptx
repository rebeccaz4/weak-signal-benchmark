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224f27c6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224f27c6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224f27c6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9224f27c6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9224f27c64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9224f27c64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9224f27c64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9224f27c6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9224f27c64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9224f27c64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9224f27c64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9224f27c64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9224f27c64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9224f27c64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224f27c64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9224f27c64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9224f27c64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9224f27c64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224f27c64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9224f27c64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9224f27c64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9224f27c64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9224f27c64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9224f27c64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Artificial Intelligence of Things Ranked Signals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2023-2024</a:t>
            </a:r>
            <a:endParaRPr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088" y="0"/>
            <a:ext cx="77438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5325" y="0"/>
            <a:ext cx="775335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2022-2024</a:t>
            </a:r>
            <a:endParaRPr/>
          </a:p>
        </p:txBody>
      </p:sp>
      <p:sp>
        <p:nvSpPr>
          <p:cNvPr id="81" name="Google Shape;81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088" y="0"/>
            <a:ext cx="77438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5325" y="0"/>
            <a:ext cx="775335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2021-2024</a:t>
            </a:r>
            <a:endParaRPr/>
          </a:p>
        </p:txBody>
      </p:sp>
      <p:sp>
        <p:nvSpPr>
          <p:cNvPr id="101" name="Google Shape;101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088" y="0"/>
            <a:ext cx="77438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5" name="Google Shape;11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088" y="0"/>
            <a:ext cx="77438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2020-2024</a:t>
            </a:r>
            <a:endParaRPr/>
          </a:p>
        </p:txBody>
      </p:sp>
      <p:sp>
        <p:nvSpPr>
          <p:cNvPr id="121" name="Google Shape;121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8" name="Google Shape;12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088" y="0"/>
            <a:ext cx="77438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5" name="Google Shape;13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088" y="0"/>
            <a:ext cx="77438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