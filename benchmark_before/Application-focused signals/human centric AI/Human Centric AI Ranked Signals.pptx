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611905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611905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611905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611905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6119054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6119054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6119054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6119054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6119054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6119054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6119054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6119054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6119054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6119054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6119054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6119054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6119054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6119054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6119054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6119054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6119054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6119054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6119054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6119054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Centric AI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38" y="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50" y="0"/>
            <a:ext cx="7962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38" y="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50" y="0"/>
            <a:ext cx="7962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