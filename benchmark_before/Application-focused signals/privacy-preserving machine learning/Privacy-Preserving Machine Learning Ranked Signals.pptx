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77e53a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77e53a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77e53a7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77e53a7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77e53a7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77e53a7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77e53a7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77e53a7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77e53a7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77e53a7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477e53a7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477e53a7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77e53a7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77e53a7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77e53a7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77e53a7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477e53a7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477e53a7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477e53a7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477e53a7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77e53a7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77e53a7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77e53a7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477e53a7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Privacy-Preserving Machine Learning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25" y="0"/>
            <a:ext cx="78295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" y="0"/>
            <a:ext cx="7848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63" y="0"/>
            <a:ext cx="8524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38" y="0"/>
            <a:ext cx="85439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63" y="0"/>
            <a:ext cx="85248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38" y="0"/>
            <a:ext cx="85439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13" y="0"/>
            <a:ext cx="79533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88" y="0"/>
            <a:ext cx="79724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