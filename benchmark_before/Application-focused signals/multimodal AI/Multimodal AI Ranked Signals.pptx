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477a52a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477a52a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477a52af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477a52af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477a52af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477a52af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477a52af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477a52af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477a52af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477a52af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477a52af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477a52af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477a52af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477a52af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477a52af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477a52af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477a52af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477a52af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477a52af3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477a52af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477a52af3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477a52af3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477a52af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477a52af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Multimodal AI Ranked Signals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2023-2024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2022-2024</a:t>
            </a:r>
            <a:endParaRPr/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2021-2024</a:t>
            </a:r>
            <a:endParaRPr/>
          </a:p>
        </p:txBody>
      </p:sp>
      <p:sp>
        <p:nvSpPr>
          <p:cNvPr id="101" name="Google Shape;10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2020-2024</a:t>
            </a:r>
            <a:endParaRPr/>
          </a:p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325" y="0"/>
            <a:ext cx="77533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