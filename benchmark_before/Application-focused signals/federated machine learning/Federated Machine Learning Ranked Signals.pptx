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6053c2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6053c2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6053c2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6053c2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6053c2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6053c2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6053c26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6053c2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6053c26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6053c26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6053c26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6053c26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6053c26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6053c26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6053c26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6053c26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6053c26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6053c26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6053c26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6053c26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6053c26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6053c26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6053c26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6053c26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Federated Machine Learning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0"/>
            <a:ext cx="7781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0"/>
            <a:ext cx="7810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0"/>
            <a:ext cx="8420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3" y="0"/>
            <a:ext cx="8448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" y="0"/>
            <a:ext cx="8420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3" y="0"/>
            <a:ext cx="8448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